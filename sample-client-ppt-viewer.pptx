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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CC9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760000"/>
            <a:ext cx="10800000" cy="1200000"/>
          </a:xfrm>
        </p:spPr>
        <p:txBody>
          <a:bodyPr/>
          <a:lstStyle/>
          <a:p>
            <a:r>
              <a:rPr sz="4600" b="1">
                <a:solidFill>
                  <a:srgbClr val="FFFFFF"/>
                </a:solidFill>
              </a:rPr>
              <a:t>Client PPT Viewer Test</a:t>
            </a:r>
          </a:p>
        </p:txBody>
      </p:sp>
      <p:sp>
        <p:nvSpPr>
          <p:cNvPr id="3" name="Body"/>
          <p:cNvSpPr/>
          <p:nvPr/>
        </p:nvSpPr>
        <p:spPr>
          <a:xfrm>
            <a:off x="850000" y="2550000"/>
            <a:ext cx="9800000" cy="190000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This file has three slides and simple text so the React PPT viewer can parse it.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760000"/>
            <a:ext cx="10800000" cy="1200000"/>
          </a:xfrm>
        </p:spPr>
        <p:txBody>
          <a:bodyPr/>
          <a:lstStyle/>
          <a:p>
            <a:r>
              <a:rPr sz="4600" b="1">
                <a:solidFill>
                  <a:srgbClr val="FFFFFF"/>
                </a:solidFill>
              </a:rPr>
              <a:t>Toolbar Controls</a:t>
            </a:r>
          </a:p>
        </p:txBody>
      </p:sp>
      <p:sp>
        <p:nvSpPr>
          <p:cNvPr id="3" name="Body"/>
          <p:cNvSpPr/>
          <p:nvPr/>
        </p:nvSpPr>
        <p:spPr>
          <a:xfrm>
            <a:off x="850000" y="2550000"/>
            <a:ext cx="9800000" cy="190000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Use thumbnails, zoom, rotate, previous, next, fullscreen and print from the custom toolbar.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760000"/>
            <a:ext cx="10800000" cy="1200000"/>
          </a:xfrm>
        </p:spPr>
        <p:txBody>
          <a:bodyPr/>
          <a:lstStyle/>
          <a:p>
            <a:r>
              <a:rPr sz="4600" b="1">
                <a:solidFill>
                  <a:srgbClr val="FFFFFF"/>
                </a:solidFill>
              </a:rPr>
              <a:t>Expected Result</a:t>
            </a:r>
          </a:p>
        </p:txBody>
      </p:sp>
      <p:sp>
        <p:nvSpPr>
          <p:cNvPr id="3" name="Body"/>
          <p:cNvSpPr/>
          <p:nvPr/>
        </p:nvSpPr>
        <p:spPr>
          <a:xfrm>
            <a:off x="850000" y="2550000"/>
            <a:ext cx="9800000" cy="190000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If this loads, the PPTX byte loading and slide parser are working correctly.</a:t>
            </a:r>
          </a:p>
        </p:txBody>
      </p:sp>
    </p:spTree>
  </p:cSld>
</p:sld>
</file>

<file path=ppt/theme/theme1.xml><?xml version="1.0" encoding="utf-8"?>
<a:theme xmlns:a="http://schemas.openxmlformats.org/drawingml/2006/main" name="Simple">
  <a:themeElements>
    <a:clrScheme name="Simple">
      <a:dk1>
        <a:srgbClr val="111827"/>
      </a:dk1>
      <a:lt1>
        <a:srgbClr val="FFFFFF"/>
      </a:lt1>
    </a:clrScheme>
    <a:fontScheme name="Simple"/>
    <a:fmtScheme name="Simple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PPT Viewer Sample</dc:title>
  <dc:creator>Codex</dc:creator>
</cp:coreProperties>
</file>